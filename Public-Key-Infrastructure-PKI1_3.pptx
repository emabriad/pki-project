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4630400" cy="8229600"/>
  <p:notesSz cx="8229600" cy="14630400"/>
  <p:embeddedFontLst>
    <p:embeddedFont>
      <p:font typeface="Sora Medium" pitchFamily="34" charset="0"/>
      <p:regular r:id="rId10"/>
    </p:embeddedFont>
    <p:embeddedFont>
      <p:font typeface="Sora Medium" pitchFamily="34" charset="-122"/>
      <p:regular r:id="rId11"/>
    </p:embeddedFont>
    <p:embeddedFont>
      <p:font typeface="Sora Medium" pitchFamily="34" charset="-120"/>
      <p:regular r:id="rId12"/>
    </p:embeddedFont>
    <p:embeddedFont>
      <p:font typeface="Noto Sans TC" panose="020B0200000000000000" pitchFamily="34" charset="-120"/>
      <p:bold r:id="rId13"/>
    </p:embeddedFont>
    <p:embeddedFont>
      <p:font typeface="Noto Sans TC" panose="020B0200000000000000" pitchFamily="34" charset="-122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2740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Public Key Infrastructure (PKI)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8512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Course: Cryptography and Computer Security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Prepared by: Layal Zioud &amp; Eman Bani Odeh 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Submitted to: Dr. Jihad Hammamra 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73928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15/04/2026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856" y="554950"/>
            <a:ext cx="4341614" cy="542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PKI?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184" y="1446609"/>
            <a:ext cx="7640479" cy="4329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6184" y="5925741"/>
            <a:ext cx="7640479" cy="2452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16355" y="3243501"/>
            <a:ext cx="3918585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A </a:t>
            </a:r>
            <a:r>
              <a:rPr lang="en-US" sz="1350" b="1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cryptographic framework</a:t>
            </a: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 enabling secure communication over untrusted networks.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16355" y="3853696"/>
            <a:ext cx="3918585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Foundation of HTTPS, S/MIME, VPNs, and digital signatures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323856" y="6440210"/>
            <a:ext cx="3905607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23" y="6440210"/>
            <a:ext cx="91440" cy="1234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88889" y="6636663"/>
            <a:ext cx="2939891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Asymmetric Cryptography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88889" y="6987659"/>
            <a:ext cx="3444121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Public key shared openly; private key kept secret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362337" y="6440210"/>
            <a:ext cx="3905726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23" y="6440210"/>
            <a:ext cx="91440" cy="1234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7370" y="6636663"/>
            <a:ext cx="2170748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Trusted Authorities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627370" y="6987659"/>
            <a:ext cx="3444240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Certificate Authorities (CAs) manage digital identities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400937" y="6440210"/>
            <a:ext cx="3905726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223" y="6440210"/>
            <a:ext cx="91440" cy="1234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65970" y="6636663"/>
            <a:ext cx="2170748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Services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665970" y="6987659"/>
            <a:ext cx="3444240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Confidentiality · Authentication · Integrity · Non-repudiation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991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PKI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88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4" name="Text 2"/>
          <p:cNvSpPr/>
          <p:nvPr/>
        </p:nvSpPr>
        <p:spPr>
          <a:xfrm>
            <a:off x="1020604" y="3445669"/>
            <a:ext cx="371165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Certificate Authority (CA)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36087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Issues &amp; signs certificates · Root and Intermediate CAs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2188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7" name="Text 5"/>
          <p:cNvSpPr/>
          <p:nvPr/>
        </p:nvSpPr>
        <p:spPr>
          <a:xfrm>
            <a:off x="7655362" y="3445669"/>
            <a:ext cx="393263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Registration Authority (RA)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936087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Verifies identity before forwarding to CA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10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Digital Certificates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469850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X.509 standard · Binds identity to public key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13" name="Text 11"/>
          <p:cNvSpPr/>
          <p:nvPr/>
        </p:nvSpPr>
        <p:spPr>
          <a:xfrm>
            <a:off x="7655362" y="49794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CRL / OCSP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469850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Certificate revocation &amp; validation mechanisms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WPS Presentation</Application>
  <PresentationFormat>On-screen Show (16:9)</PresentationFormat>
  <Paragraphs>46</Paragraphs>
  <Slides>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SimSun</vt:lpstr>
      <vt:lpstr>Wingdings</vt:lpstr>
      <vt:lpstr>Sora Medium</vt:lpstr>
      <vt:lpstr>Sora Medium</vt:lpstr>
      <vt:lpstr>Sora Medium</vt:lpstr>
      <vt:lpstr>Noto Sans TC</vt:lpstr>
      <vt:lpstr>Noto Sans TC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ايمانبني عوده</cp:lastModifiedBy>
  <cp:revision>4</cp:revision>
  <dcterms:created xsi:type="dcterms:W3CDTF">2026-04-14T18:53:00Z</dcterms:created>
  <dcterms:modified xsi:type="dcterms:W3CDTF">2026-04-14T20:02:55Z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D1E773F70C7C4D4A92CC199258E9FD73_13</vt:lpwstr>
  </property>
  <property fmtid="{D5CDD505-2E9C-101B-9397-08002B2CF9AE}" pid="3" name="KSOProductBuildVer">
    <vt:lpwstr>1033-12.1.0.25830</vt:lpwstr>
  </property>
</Properties>
</file>